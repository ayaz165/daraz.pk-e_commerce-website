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7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92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76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9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12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26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273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14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74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510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049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7022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471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9637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382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389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698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119EE-CE8F-4408-A19E-7975F7AE4B3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A067D62-D9A3-4A31-87C5-BB078199D1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67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dirty="0" smtClean="0"/>
              <a:t>DARAZ.pk </a:t>
            </a:r>
            <a:r>
              <a:rPr lang="en-GB" dirty="0"/>
              <a:t>STQA PROJECT </a:t>
            </a:r>
            <a:endParaRPr lang="en-GB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491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GB" sz="2400" dirty="0" smtClean="0"/>
              <a:t>Testing </a:t>
            </a:r>
            <a:r>
              <a:rPr lang="en-GB" sz="2400" dirty="0"/>
              <a:t>&amp; Quality Assurance of </a:t>
            </a:r>
            <a:r>
              <a:rPr lang="en-GB" sz="2400" dirty="0" err="1"/>
              <a:t>Daraz</a:t>
            </a:r>
            <a:r>
              <a:rPr lang="en-GB" sz="2400" dirty="0"/>
              <a:t> E‑Commerce </a:t>
            </a:r>
            <a:r>
              <a:rPr lang="en-GB" sz="2400" dirty="0" smtClean="0"/>
              <a:t>Application</a:t>
            </a:r>
          </a:p>
          <a:p>
            <a:pPr>
              <a:lnSpc>
                <a:spcPct val="200000"/>
              </a:lnSpc>
            </a:pPr>
            <a:r>
              <a:rPr lang="en-GB" sz="2400" dirty="0" smtClean="0"/>
              <a:t>Course</a:t>
            </a:r>
            <a:r>
              <a:rPr lang="en-GB" sz="2400" dirty="0"/>
              <a:t>: Software Testing &amp; Quality Assurance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Department: BS Information Technology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University of Layyah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Instructor: Faisal </a:t>
            </a:r>
            <a:r>
              <a:rPr lang="en-GB" sz="2400" dirty="0" err="1"/>
              <a:t>Hafeez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293031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Team Members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GB" sz="2800" dirty="0" smtClean="0"/>
              <a:t>Test Lead &amp; Manual Tester : M </a:t>
            </a:r>
            <a:r>
              <a:rPr lang="en-GB" sz="2800" dirty="0" err="1" smtClean="0"/>
              <a:t>Ayaz</a:t>
            </a:r>
            <a:endParaRPr lang="en-GB" sz="2800" dirty="0" smtClean="0"/>
          </a:p>
          <a:p>
            <a:pPr>
              <a:lnSpc>
                <a:spcPct val="200000"/>
              </a:lnSpc>
            </a:pPr>
            <a:r>
              <a:rPr lang="en-GB" sz="2800" dirty="0" smtClean="0"/>
              <a:t>Automation Tester : M </a:t>
            </a:r>
            <a:r>
              <a:rPr lang="en-GB" sz="2800" dirty="0" err="1" smtClean="0"/>
              <a:t>Shahroz</a:t>
            </a:r>
            <a:r>
              <a:rPr lang="en-GB" sz="2800" dirty="0" smtClean="0"/>
              <a:t> Ali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API Tester : M Hamza </a:t>
            </a:r>
            <a:r>
              <a:rPr lang="en-GB" sz="2800" dirty="0" err="1" smtClean="0"/>
              <a:t>Younis</a:t>
            </a:r>
            <a:endParaRPr lang="en-GB" sz="2800" dirty="0" smtClean="0"/>
          </a:p>
          <a:p>
            <a:pPr>
              <a:lnSpc>
                <a:spcPct val="200000"/>
              </a:lnSpc>
            </a:pPr>
            <a:r>
              <a:rPr lang="en-GB" sz="2800" dirty="0" smtClean="0"/>
              <a:t>Defect Manager &amp; Documentation : M Kamran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679539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 err="1"/>
              <a:t>Daraz</a:t>
            </a:r>
            <a:r>
              <a:rPr lang="en-GB" sz="2800" dirty="0"/>
              <a:t> is a web‑based e‑commerce platform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Provides online shopping services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This project focuses on testing, not development</a:t>
            </a:r>
          </a:p>
        </p:txBody>
      </p:sp>
    </p:spTree>
    <p:extLst>
      <p:ext uri="{BB962C8B-B14F-4D97-AF65-F5344CB8AC3E}">
        <p14:creationId xmlns:p14="http://schemas.microsoft.com/office/powerpoint/2010/main" val="176783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GB" sz="2800" dirty="0" smtClean="0"/>
              <a:t>Apply </a:t>
            </a:r>
            <a:r>
              <a:rPr lang="en-GB" sz="2800" dirty="0"/>
              <a:t>STQA concepts in real‑world application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Perform </a:t>
            </a:r>
            <a:r>
              <a:rPr lang="en-GB" sz="2800" dirty="0"/>
              <a:t>manual, automation &amp; API testing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Identify </a:t>
            </a:r>
            <a:r>
              <a:rPr lang="en-GB" sz="2800" dirty="0"/>
              <a:t>and manage defects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Ensure </a:t>
            </a:r>
            <a:r>
              <a:rPr lang="en-GB" sz="2800" dirty="0"/>
              <a:t>software quality</a:t>
            </a:r>
          </a:p>
        </p:txBody>
      </p:sp>
    </p:spTree>
    <p:extLst>
      <p:ext uri="{BB962C8B-B14F-4D97-AF65-F5344CB8AC3E}">
        <p14:creationId xmlns:p14="http://schemas.microsoft.com/office/powerpoint/2010/main" val="65376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GB" sz="2400" dirty="0" smtClean="0"/>
              <a:t> </a:t>
            </a:r>
            <a:r>
              <a:rPr lang="en-GB" sz="2400" dirty="0"/>
              <a:t>Functional Testing</a:t>
            </a:r>
          </a:p>
          <a:p>
            <a:pPr>
              <a:lnSpc>
                <a:spcPct val="200000"/>
              </a:lnSpc>
            </a:pPr>
            <a:r>
              <a:rPr lang="en-GB" sz="2400" dirty="0" smtClean="0"/>
              <a:t> </a:t>
            </a:r>
            <a:r>
              <a:rPr lang="en-GB" sz="2400" dirty="0"/>
              <a:t>Automation Testing</a:t>
            </a:r>
          </a:p>
          <a:p>
            <a:pPr>
              <a:lnSpc>
                <a:spcPct val="200000"/>
              </a:lnSpc>
            </a:pPr>
            <a:r>
              <a:rPr lang="en-GB" sz="2400" dirty="0" smtClean="0"/>
              <a:t> </a:t>
            </a:r>
            <a:r>
              <a:rPr lang="en-GB" sz="2400" dirty="0"/>
              <a:t>API Testing</a:t>
            </a:r>
          </a:p>
          <a:p>
            <a:pPr>
              <a:lnSpc>
                <a:spcPct val="200000"/>
              </a:lnSpc>
            </a:pPr>
            <a:r>
              <a:rPr lang="en-GB" sz="2400" dirty="0" smtClean="0"/>
              <a:t> </a:t>
            </a:r>
            <a:r>
              <a:rPr lang="en-GB" sz="2400" dirty="0"/>
              <a:t>Defect Management</a:t>
            </a:r>
          </a:p>
          <a:p>
            <a:pPr>
              <a:lnSpc>
                <a:spcPct val="200000"/>
              </a:lnSpc>
            </a:pPr>
            <a:r>
              <a:rPr lang="en-GB" sz="2400" dirty="0" smtClean="0"/>
              <a:t> </a:t>
            </a:r>
            <a:r>
              <a:rPr lang="en-GB" sz="2400" dirty="0"/>
              <a:t>QA Documentation</a:t>
            </a:r>
          </a:p>
        </p:txBody>
      </p:sp>
    </p:spTree>
    <p:extLst>
      <p:ext uri="{BB962C8B-B14F-4D97-AF65-F5344CB8AC3E}">
        <p14:creationId xmlns:p14="http://schemas.microsoft.com/office/powerpoint/2010/main" val="66547002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800" dirty="0"/>
              <a:t>Application Type: Web‑based E‑commerce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Application Name: </a:t>
            </a:r>
            <a:r>
              <a:rPr lang="en-GB" sz="2800" dirty="0" err="1"/>
              <a:t>Daraz</a:t>
            </a:r>
            <a:endParaRPr lang="en-GB" sz="2800" dirty="0"/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Reason for selection: Real‑world system</a:t>
            </a:r>
          </a:p>
        </p:txBody>
      </p:sp>
    </p:spTree>
    <p:extLst>
      <p:ext uri="{BB962C8B-B14F-4D97-AF65-F5344CB8AC3E}">
        <p14:creationId xmlns:p14="http://schemas.microsoft.com/office/powerpoint/2010/main" val="215933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Manual Tester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GB" sz="2800" dirty="0" smtClean="0"/>
              <a:t>Test </a:t>
            </a:r>
            <a:r>
              <a:rPr lang="en-GB" sz="2800" dirty="0"/>
              <a:t>case design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Test </a:t>
            </a:r>
            <a:r>
              <a:rPr lang="en-GB" sz="2800" dirty="0"/>
              <a:t>execution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UI &amp; functional testing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Bug </a:t>
            </a:r>
            <a:r>
              <a:rPr lang="en-GB" sz="2800" dirty="0"/>
              <a:t>identification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177555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Automation Tester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Automate critical test cases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Regression testing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Reduce manual effort</a:t>
            </a:r>
          </a:p>
        </p:txBody>
      </p:sp>
    </p:spTree>
    <p:extLst>
      <p:ext uri="{BB962C8B-B14F-4D97-AF65-F5344CB8AC3E}">
        <p14:creationId xmlns:p14="http://schemas.microsoft.com/office/powerpoint/2010/main" val="7045270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API Tester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Backend API testing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Request &amp; response validation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Status code verification</a:t>
            </a:r>
          </a:p>
        </p:txBody>
      </p:sp>
    </p:spTree>
    <p:extLst>
      <p:ext uri="{BB962C8B-B14F-4D97-AF65-F5344CB8AC3E}">
        <p14:creationId xmlns:p14="http://schemas.microsoft.com/office/powerpoint/2010/main" val="35440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Manual Testing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GB" sz="2800" dirty="0"/>
              <a:t>25+ manual test cases</a:t>
            </a:r>
          </a:p>
          <a:p>
            <a:pPr>
              <a:lnSpc>
                <a:spcPct val="200000"/>
              </a:lnSpc>
            </a:pPr>
            <a:r>
              <a:rPr lang="en-GB" sz="2800" dirty="0"/>
              <a:t>Functional &amp; negative testing</a:t>
            </a:r>
          </a:p>
          <a:p>
            <a:pPr>
              <a:lnSpc>
                <a:spcPct val="200000"/>
              </a:lnSpc>
            </a:pPr>
            <a:r>
              <a:rPr lang="en-GB" sz="2800" dirty="0"/>
              <a:t>Modules tested: Login, Search, Cart, Checkout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33252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Manual 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400" dirty="0" smtClean="0"/>
              <a:t>Login </a:t>
            </a:r>
            <a:r>
              <a:rPr lang="en-GB" sz="2400" dirty="0"/>
              <a:t>with valid credentials</a:t>
            </a:r>
          </a:p>
          <a:p>
            <a:pPr>
              <a:lnSpc>
                <a:spcPct val="200000"/>
              </a:lnSpc>
            </a:pPr>
            <a:r>
              <a:rPr lang="en-GB" sz="2400" dirty="0" smtClean="0"/>
              <a:t>Expected</a:t>
            </a:r>
            <a:r>
              <a:rPr lang="en-GB" sz="2400" dirty="0"/>
              <a:t>: Successful login</a:t>
            </a:r>
          </a:p>
          <a:p>
            <a:pPr>
              <a:lnSpc>
                <a:spcPct val="200000"/>
              </a:lnSpc>
            </a:pPr>
            <a:r>
              <a:rPr lang="en-GB" sz="2400" dirty="0" smtClean="0"/>
              <a:t>Actual</a:t>
            </a:r>
            <a:r>
              <a:rPr lang="en-GB" sz="2400" dirty="0"/>
              <a:t>: User logged in</a:t>
            </a:r>
          </a:p>
          <a:p>
            <a:pPr>
              <a:lnSpc>
                <a:spcPct val="200000"/>
              </a:lnSpc>
            </a:pPr>
            <a:r>
              <a:rPr lang="en-GB" sz="2400" dirty="0" smtClean="0"/>
              <a:t>Status</a:t>
            </a:r>
            <a:r>
              <a:rPr lang="en-GB" sz="2400" dirty="0"/>
              <a:t>: Pass</a:t>
            </a:r>
          </a:p>
        </p:txBody>
      </p:sp>
    </p:spTree>
    <p:extLst>
      <p:ext uri="{BB962C8B-B14F-4D97-AF65-F5344CB8AC3E}">
        <p14:creationId xmlns:p14="http://schemas.microsoft.com/office/powerpoint/2010/main" val="12957186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Automation Testing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400" dirty="0" smtClean="0"/>
              <a:t>Tool</a:t>
            </a:r>
            <a:r>
              <a:rPr lang="en-GB" sz="2400" dirty="0"/>
              <a:t>: Selenium WebDriver</a:t>
            </a:r>
          </a:p>
          <a:p>
            <a:pPr>
              <a:lnSpc>
                <a:spcPct val="200000"/>
              </a:lnSpc>
            </a:pPr>
            <a:r>
              <a:rPr lang="en-GB" sz="2400" dirty="0" smtClean="0"/>
              <a:t>8 </a:t>
            </a:r>
            <a:r>
              <a:rPr lang="en-GB" sz="2400" dirty="0"/>
              <a:t>automated test cases</a:t>
            </a:r>
          </a:p>
          <a:p>
            <a:pPr>
              <a:lnSpc>
                <a:spcPct val="200000"/>
              </a:lnSpc>
            </a:pPr>
            <a:r>
              <a:rPr lang="en-GB" sz="2400" dirty="0" smtClean="0"/>
              <a:t>Focus </a:t>
            </a:r>
            <a:r>
              <a:rPr lang="en-GB" sz="2400" dirty="0"/>
              <a:t>on repetitive scenarios</a:t>
            </a:r>
          </a:p>
        </p:txBody>
      </p:sp>
    </p:spTree>
    <p:extLst>
      <p:ext uri="{BB962C8B-B14F-4D97-AF65-F5344CB8AC3E}">
        <p14:creationId xmlns:p14="http://schemas.microsoft.com/office/powerpoint/2010/main" val="92702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Automated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400" dirty="0" smtClean="0"/>
              <a:t>Home page </a:t>
            </a:r>
            <a:endParaRPr lang="en-GB" sz="24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400" dirty="0" smtClean="0"/>
              <a:t>Product </a:t>
            </a:r>
            <a:r>
              <a:rPr lang="en-GB" sz="2400" dirty="0"/>
              <a:t>Search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400" dirty="0" smtClean="0"/>
              <a:t>Invalid Search</a:t>
            </a:r>
            <a:endParaRPr lang="en-GB" sz="24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400" dirty="0" smtClean="0"/>
              <a:t>Search with special Characters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94117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API Testing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800" dirty="0" smtClean="0"/>
              <a:t>Tool</a:t>
            </a:r>
            <a:r>
              <a:rPr lang="en-GB" sz="2800" dirty="0"/>
              <a:t>: Postman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8 </a:t>
            </a:r>
            <a:r>
              <a:rPr lang="en-GB" sz="2800" dirty="0" smtClean="0"/>
              <a:t>API </a:t>
            </a:r>
            <a:r>
              <a:rPr lang="en-GB" sz="2800" dirty="0"/>
              <a:t>test cases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GET &amp; POST methods used</a:t>
            </a:r>
          </a:p>
        </p:txBody>
      </p:sp>
    </p:spTree>
    <p:extLst>
      <p:ext uri="{BB962C8B-B14F-4D97-AF65-F5344CB8AC3E}">
        <p14:creationId xmlns:p14="http://schemas.microsoft.com/office/powerpoint/2010/main" val="28997232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API Testing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800" dirty="0" smtClean="0"/>
              <a:t>Search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Add to Cart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Status Code 200 400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94414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Bug Reporting &amp; Defect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Tool: Jira (simulated)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7 defects logged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Severity </a:t>
            </a:r>
            <a:r>
              <a:rPr lang="en-GB" sz="2800" dirty="0"/>
              <a:t>&amp; priority assigned</a:t>
            </a:r>
          </a:p>
        </p:txBody>
      </p:sp>
    </p:spTree>
    <p:extLst>
      <p:ext uri="{BB962C8B-B14F-4D97-AF65-F5344CB8AC3E}">
        <p14:creationId xmlns:p14="http://schemas.microsoft.com/office/powerpoint/2010/main" val="6590129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Defect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6600" dirty="0"/>
              <a:t>New → Assigned → Open → Fixed → Retest → Closed</a:t>
            </a:r>
          </a:p>
        </p:txBody>
      </p:sp>
    </p:spTree>
    <p:extLst>
      <p:ext uri="{BB962C8B-B14F-4D97-AF65-F5344CB8AC3E}">
        <p14:creationId xmlns:p14="http://schemas.microsoft.com/office/powerpoint/2010/main" val="228036185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Summary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 </a:t>
            </a:r>
            <a:r>
              <a:rPr lang="en-GB" sz="2800" dirty="0"/>
              <a:t>Manual Test Cases: 25</a:t>
            </a:r>
          </a:p>
          <a:p>
            <a:r>
              <a:rPr lang="en-GB" sz="2800" dirty="0" smtClean="0"/>
              <a:t> </a:t>
            </a:r>
            <a:r>
              <a:rPr lang="en-GB" sz="2800" dirty="0"/>
              <a:t>Automation Test Cases: 8</a:t>
            </a:r>
          </a:p>
          <a:p>
            <a:r>
              <a:rPr lang="en-GB" sz="2800" dirty="0" smtClean="0"/>
              <a:t> </a:t>
            </a:r>
            <a:r>
              <a:rPr lang="en-GB" sz="2800" dirty="0"/>
              <a:t>API Test Cases: </a:t>
            </a:r>
            <a:r>
              <a:rPr lang="en-GB" sz="2800" dirty="0" smtClean="0"/>
              <a:t>8</a:t>
            </a:r>
            <a:endParaRPr lang="en-GB" sz="2800" dirty="0"/>
          </a:p>
          <a:p>
            <a:r>
              <a:rPr lang="en-GB" sz="2800" dirty="0" smtClean="0"/>
              <a:t> </a:t>
            </a:r>
            <a:r>
              <a:rPr lang="en-GB" sz="2800" dirty="0"/>
              <a:t>Overall system stable</a:t>
            </a:r>
          </a:p>
        </p:txBody>
      </p:sp>
    </p:spTree>
    <p:extLst>
      <p:ext uri="{BB962C8B-B14F-4D97-AF65-F5344CB8AC3E}">
        <p14:creationId xmlns:p14="http://schemas.microsoft.com/office/powerpoint/2010/main" val="34342782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GB" sz="2800" dirty="0" smtClean="0"/>
              <a:t>Quality </a:t>
            </a:r>
            <a:r>
              <a:rPr lang="en-GB" sz="2800" dirty="0"/>
              <a:t>improved through testing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Defects </a:t>
            </a:r>
            <a:r>
              <a:rPr lang="en-GB" sz="2800" dirty="0"/>
              <a:t>identified &amp; resolved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Performance testing</a:t>
            </a:r>
          </a:p>
          <a:p>
            <a:pPr>
              <a:lnSpc>
                <a:spcPct val="200000"/>
              </a:lnSpc>
            </a:pPr>
            <a:r>
              <a:rPr lang="en-GB" sz="2800" dirty="0" smtClean="0"/>
              <a:t> </a:t>
            </a:r>
            <a:r>
              <a:rPr lang="en-GB" sz="2800" dirty="0"/>
              <a:t>Security testing</a:t>
            </a:r>
          </a:p>
        </p:txBody>
      </p:sp>
    </p:spTree>
    <p:extLst>
      <p:ext uri="{BB962C8B-B14F-4D97-AF65-F5344CB8AC3E}">
        <p14:creationId xmlns:p14="http://schemas.microsoft.com/office/powerpoint/2010/main" val="10082227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HOR KOI SADY LAIK HUKAM!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42" y="1930400"/>
            <a:ext cx="8082252" cy="3881437"/>
          </a:xfrm>
        </p:spPr>
      </p:pic>
    </p:spTree>
    <p:extLst>
      <p:ext uri="{BB962C8B-B14F-4D97-AF65-F5344CB8AC3E}">
        <p14:creationId xmlns:p14="http://schemas.microsoft.com/office/powerpoint/2010/main" val="30646956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</TotalTime>
  <Words>367</Words>
  <Application>Microsoft Office PowerPoint</Application>
  <PresentationFormat>Widescreen</PresentationFormat>
  <Paragraphs>87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Trebuchet MS</vt:lpstr>
      <vt:lpstr>Wingdings</vt:lpstr>
      <vt:lpstr>Wingdings 3</vt:lpstr>
      <vt:lpstr>Facet</vt:lpstr>
      <vt:lpstr>DARAZ.pk STQA PROJECT </vt:lpstr>
      <vt:lpstr>Title Slide</vt:lpstr>
      <vt:lpstr>Team Members</vt:lpstr>
      <vt:lpstr>Introduction</vt:lpstr>
      <vt:lpstr>Project Objective</vt:lpstr>
      <vt:lpstr>Project Scope</vt:lpstr>
      <vt:lpstr>Selected System</vt:lpstr>
      <vt:lpstr>Manual Tester Responsibilities</vt:lpstr>
      <vt:lpstr>Automation Tester Responsibilities</vt:lpstr>
      <vt:lpstr>API Tester Responsibilities</vt:lpstr>
      <vt:lpstr>Manual Testing Overview</vt:lpstr>
      <vt:lpstr>Sample Manual Test Case</vt:lpstr>
      <vt:lpstr>Automation Testing Overview</vt:lpstr>
      <vt:lpstr>Automated Scenarios</vt:lpstr>
      <vt:lpstr>API Testing Overview</vt:lpstr>
      <vt:lpstr>API Testing Examples</vt:lpstr>
      <vt:lpstr>Bug Reporting &amp; Defect Management</vt:lpstr>
      <vt:lpstr>Defect Life Cycle</vt:lpstr>
      <vt:lpstr>Test Summary &amp; Results</vt:lpstr>
      <vt:lpstr>Conclusion &amp; Future Scope</vt:lpstr>
      <vt:lpstr>HOR KOI SADY LAIK HUKAM!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DARAZ.PK TESTING</dc:title>
  <dc:creator>MUJTABA LAPTOP</dc:creator>
  <cp:lastModifiedBy>MUJTABA LAPTOP</cp:lastModifiedBy>
  <cp:revision>16</cp:revision>
  <dcterms:created xsi:type="dcterms:W3CDTF">2026-01-20T04:37:08Z</dcterms:created>
  <dcterms:modified xsi:type="dcterms:W3CDTF">2026-01-20T08:58:58Z</dcterms:modified>
</cp:coreProperties>
</file>